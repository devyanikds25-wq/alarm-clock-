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13162C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640080"/>
            <a:ext cx="3840480" cy="3840480"/>
          </a:xfrm>
          <a:prstGeom prst="ellipse">
            <a:avLst/>
          </a:prstGeom>
          <a:ln w="19050">
            <a:solidFill>
              <a:srgbClr val="343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22960"/>
            <a:ext cx="822960" cy="822960"/>
          </a:xfrm>
          <a:prstGeom prst="ellipse">
            <a:avLst/>
          </a:prstGeom>
          <a:solidFill>
            <a:srgbClr val="13162C"/>
          </a:solidFill>
          <a:ln/>
        </p:spPr>
      </p:sp>
      <p:pic>
        <p:nvPicPr>
          <p:cNvPr id="5" name="Image 0" descr="/home/claude/alarm_ppt/icons/c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9299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ASSESSMENT – I  ·  PROJECT-BASED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Alarm Clock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utility that sets, monitors, and triggers a time-based alert — built to explore core programming logic through a real, everyday tool.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806440"/>
            <a:ext cx="5029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Devyani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TAE-I Project Submission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EDF0F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5852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Python Simple Alarm Clock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allows users to set an alarm for a specific time.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continuously monitors the system time using Python’s built-in time/date functionality. When the current time matches the alarm time, it displays an alert and optionally plays a sound.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explains the need for an automated alarm and the everyday problem it solves.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1783080"/>
            <a:ext cx="4160520" cy="4114800"/>
          </a:xfrm>
          <a:prstGeom prst="roundRect">
            <a:avLst>
              <a:gd name="adj" fmla="val 1778"/>
            </a:avLst>
          </a:prstGeom>
          <a:solidFill>
            <a:srgbClr val="1B1F3B"/>
          </a:solidFill>
          <a:ln/>
        </p:spPr>
      </p:sp>
      <p:sp>
        <p:nvSpPr>
          <p:cNvPr id="7" name="Shape 5"/>
          <p:cNvSpPr/>
          <p:nvPr/>
        </p:nvSpPr>
        <p:spPr>
          <a:xfrm>
            <a:off x="8823960" y="2606040"/>
            <a:ext cx="1234440" cy="1234440"/>
          </a:xfrm>
          <a:prstGeom prst="ellipse">
            <a:avLst/>
          </a:prstGeom>
          <a:solidFill>
            <a:srgbClr val="13162C"/>
          </a:solidFill>
          <a:ln/>
        </p:spPr>
      </p:sp>
      <p:pic>
        <p:nvPicPr>
          <p:cNvPr id="8" name="Image 0" descr="/home/claude/alarm_ppt/icons/aler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4437" y="2766517"/>
            <a:ext cx="913486" cy="9134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40690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manual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required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46177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check replaces the need to keep glancing at the clock.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822960" cy="8229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home/claude/alarm_ppt/icons/setting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105" y="23929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94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Alarm Time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51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target time from the user as input.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286000"/>
            <a:ext cx="822960" cy="8229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1" name="Image 1" descr="/home/claude/alarm_ppt/icons/clo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505" y="239298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94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Current Time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651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read the system’s live 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434840"/>
            <a:ext cx="822960" cy="8229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2" descr="/home/claude/alarm_ppt/icons/refresh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5" y="454182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Times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4800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current time against the alarm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4023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434840"/>
            <a:ext cx="822960" cy="8229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3" descr="/home/claude/alarm_ppt/icons/bell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505" y="454182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Notifying the User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800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visible alert once the times match.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input → output flow: user input and live time feed into a continuous check, which produces an alert on match.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95628" y="3657600"/>
            <a:ext cx="9006840" cy="0"/>
          </a:xfrm>
          <a:prstGeom prst="line">
            <a:avLst/>
          </a:prstGeom>
          <a:noFill/>
          <a:ln w="25400">
            <a:solidFill>
              <a:srgbClr val="D6DAE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58368" y="246888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EDF0F8"/>
          </a:solidFill>
          <a:ln/>
        </p:spPr>
      </p:sp>
      <p:sp>
        <p:nvSpPr>
          <p:cNvPr id="7" name="Shape 5"/>
          <p:cNvSpPr/>
          <p:nvPr/>
        </p:nvSpPr>
        <p:spPr>
          <a:xfrm>
            <a:off x="1321308" y="2724912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1321308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/home/claude/alarm_ppt/icons/user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340156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434340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time is entered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910078" y="246888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EDF0F8"/>
          </a:solidFill>
          <a:ln/>
        </p:spPr>
      </p:sp>
      <p:sp>
        <p:nvSpPr>
          <p:cNvPr id="13" name="Shape 10"/>
          <p:cNvSpPr/>
          <p:nvPr/>
        </p:nvSpPr>
        <p:spPr>
          <a:xfrm>
            <a:off x="3573018" y="2724912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1"/>
          <p:cNvSpPr/>
          <p:nvPr/>
        </p:nvSpPr>
        <p:spPr>
          <a:xfrm>
            <a:off x="3573018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/home/claude/alarm_ppt/icons/clo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306" y="3401568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5579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Time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983230" y="434340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clock is read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161788" y="246888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EDF0F8"/>
          </a:solidFill>
          <a:ln/>
        </p:spPr>
      </p:sp>
      <p:sp>
        <p:nvSpPr>
          <p:cNvPr id="19" name="Shape 15"/>
          <p:cNvSpPr/>
          <p:nvPr/>
        </p:nvSpPr>
        <p:spPr>
          <a:xfrm>
            <a:off x="5824728" y="2724912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/home/claude/alarm_ppt/icons/checksquar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3401568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0750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Check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234940" y="434340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compared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413498" y="246888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EDF0F8"/>
          </a:solidFill>
          <a:ln/>
        </p:spPr>
      </p:sp>
      <p:sp>
        <p:nvSpPr>
          <p:cNvPr id="25" name="Shape 20"/>
          <p:cNvSpPr/>
          <p:nvPr/>
        </p:nvSpPr>
        <p:spPr>
          <a:xfrm>
            <a:off x="8076438" y="2724912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6" name="Text 21"/>
          <p:cNvSpPr/>
          <p:nvPr/>
        </p:nvSpPr>
        <p:spPr>
          <a:xfrm>
            <a:off x="8076438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3" descr="/home/claude/alarm_ppt/icons/checkcircl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726" y="3401568"/>
            <a:ext cx="512064" cy="5120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5921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Found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486650" y="434340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becomes true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9665208" y="246888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1B1F3B"/>
          </a:solidFill>
          <a:ln/>
        </p:spPr>
      </p:sp>
      <p:sp>
        <p:nvSpPr>
          <p:cNvPr id="31" name="Shape 25"/>
          <p:cNvSpPr/>
          <p:nvPr/>
        </p:nvSpPr>
        <p:spPr>
          <a:xfrm>
            <a:off x="10328148" y="272491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26"/>
          <p:cNvSpPr/>
          <p:nvPr/>
        </p:nvSpPr>
        <p:spPr>
          <a:xfrm>
            <a:off x="10328148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33" name="Image 4" descr="/home/claude/alarm_ppt/icons/bell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6436" y="3401568"/>
            <a:ext cx="512064" cy="51206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1092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/ Sound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9738360" y="434340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notified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&amp; Logic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DF0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/home/claude/alarm_ppt/icons/play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program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9659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DF0F8"/>
          </a:solidFill>
          <a:ln/>
        </p:spPr>
      </p:sp>
      <p:sp>
        <p:nvSpPr>
          <p:cNvPr id="9" name="Text 6"/>
          <p:cNvSpPr/>
          <p:nvPr/>
        </p:nvSpPr>
        <p:spPr>
          <a:xfrm>
            <a:off x="452628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pic>
        <p:nvPicPr>
          <p:cNvPr id="10" name="Image 1" descr="/home/claude/alarm_ppt/icons/edi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94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alarm time input from user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55280" y="19659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DF0F8"/>
          </a:solidFill>
          <a:ln/>
        </p:spPr>
      </p:sp>
      <p:sp>
        <p:nvSpPr>
          <p:cNvPr id="13" name="Text 9"/>
          <p:cNvSpPr/>
          <p:nvPr/>
        </p:nvSpPr>
        <p:spPr>
          <a:xfrm>
            <a:off x="818388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pic>
        <p:nvPicPr>
          <p:cNvPr id="14" name="Image 2" descr="/home/claude/alarm_ppt/icons/ey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1945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8388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check system time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B1F3B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pic>
        <p:nvPicPr>
          <p:cNvPr id="18" name="Image 3" descr="/home/claude/alarm_ppt/icons/refresh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2519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4846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time with alarm time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297680" y="40233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B1F3B"/>
          </a:solidFill>
          <a:ln/>
        </p:spPr>
      </p:sp>
      <p:sp>
        <p:nvSpPr>
          <p:cNvPr id="21" name="Text 15"/>
          <p:cNvSpPr/>
          <p:nvPr/>
        </p:nvSpPr>
        <p:spPr>
          <a:xfrm>
            <a:off x="4526280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pic>
        <p:nvPicPr>
          <p:cNvPr id="22" name="Image 4" descr="/home/claude/alarm_ppt/icons/bell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425196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26280" y="4846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match, trigger notification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55280" y="40233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B1F3B"/>
          </a:solidFill>
          <a:ln/>
        </p:spPr>
      </p:sp>
      <p:sp>
        <p:nvSpPr>
          <p:cNvPr id="25" name="Text 18"/>
          <p:cNvSpPr/>
          <p:nvPr/>
        </p:nvSpPr>
        <p:spPr>
          <a:xfrm>
            <a:off x="8183880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pic>
        <p:nvPicPr>
          <p:cNvPr id="26" name="Image 5" descr="/home/claude/alarm_ppt/icons/flag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0" y="425196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83880" y="4846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process after notification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APPLIED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Python Concepts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home/claude/alarm_ppt/icons/c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554" y="23294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/ Date Module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formats the live system clock.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24028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1" name="Image 1" descr="/home/claude/alarm_ppt/icons/typ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154" y="232943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alarm time and current-time values.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0" y="224028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2" descr="/home/claude/alarm_ppt/icons/terminal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754" y="232943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alarm time typed by the user.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3" descr="/home/claude/alarm_ppt/icons/sliders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" y="443255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120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486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statements test for a time match.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40690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34340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6" name="Image 4" descr="/home/claude/alarm_ppt/icons/repeat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154" y="4432554"/>
            <a:ext cx="507492" cy="5074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120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486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keeps checking the clock.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55280" y="40690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DF0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229600" y="434340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1" name="Image 5" descr="/home/claude/alarm_ppt/icons/cpu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754" y="4432554"/>
            <a:ext cx="507492" cy="5074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5120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29600" y="5486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logic into reusable blocks.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logic, end to end — read the alarm time, poll the clock, and alert on a match.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846320"/>
          </a:xfrm>
          <a:prstGeom prst="roundRect">
            <a:avLst>
              <a:gd name="adj" fmla="val 1132"/>
            </a:avLst>
          </a:prstGeom>
          <a:solidFill>
            <a:srgbClr val="10132A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84248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984248"/>
            <a:ext cx="128016" cy="128016"/>
          </a:xfrm>
          <a:prstGeom prst="ellipse">
            <a:avLst/>
          </a:prstGeom>
          <a:solidFill>
            <a:srgbClr val="FFC85C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1984248"/>
            <a:ext cx="128016" cy="128016"/>
          </a:xfrm>
          <a:prstGeom prst="ellipse">
            <a:avLst/>
          </a:prstGeom>
          <a:solidFill>
            <a:srgbClr val="5CD68A"/>
          </a:solidFill>
          <a:ln/>
        </p:spPr>
      </p:sp>
      <p:sp>
        <p:nvSpPr>
          <p:cNvPr id="9" name="Text 7"/>
          <p:cNvSpPr/>
          <p:nvPr/>
        </p:nvSpPr>
        <p:spPr>
          <a:xfrm>
            <a:off x="5180076" y="19110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0908792" cy="0"/>
          </a:xfrm>
          <a:prstGeom prst="line">
            <a:avLst/>
          </a:prstGeom>
          <a:noFill/>
          <a:ln w="12700">
            <a:solidFill>
              <a:srgbClr val="2A2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68880"/>
            <a:ext cx="1008583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"SIMPLE ALARM CLOCK"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alarm_time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alarm time (HH:MM): "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"Alarm set for:"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alarm_time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"Waiting for alarm..."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True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current_time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strftime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"%H:%M"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current_time == alarm_time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"ALARM! WAKE UP!"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8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F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9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Setup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66960" y="685800"/>
            <a:ext cx="1371600" cy="1371600"/>
          </a:xfrm>
          <a:prstGeom prst="ellipse">
            <a:avLst/>
          </a:prstGeom>
          <a:solidFill>
            <a:srgbClr val="13162C"/>
          </a:solidFill>
          <a:ln/>
        </p:spPr>
      </p:sp>
      <p:pic>
        <p:nvPicPr>
          <p:cNvPr id="5" name="Image 0" descr="/home/claude/alarm_ppt/icons/githu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5268" y="864108"/>
            <a:ext cx="1014984" cy="1014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13162C"/>
          </a:solidFill>
          <a:ln w="12700">
            <a:solidFill>
              <a:srgbClr val="2A2F55"/>
            </a:solidFill>
            <a:prstDash val="solid"/>
          </a:ln>
        </p:spPr>
      </p:sp>
      <p:pic>
        <p:nvPicPr>
          <p:cNvPr id="7" name="Image 1" descr="/home/claude/alarm_ppt/icons/folde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7889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383280" y="196596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13162C"/>
          </a:solidFill>
          <a:ln w="12700">
            <a:solidFill>
              <a:srgbClr val="2A2F55"/>
            </a:solidFill>
            <a:prstDash val="solid"/>
          </a:ln>
        </p:spPr>
      </p:sp>
      <p:pic>
        <p:nvPicPr>
          <p:cNvPr id="10" name="Image 2" descr="/home/claude/alarm_ppt/icons/gitbranch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945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11880" y="27889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126480" y="196596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13162C"/>
          </a:solidFill>
          <a:ln w="12700">
            <a:solidFill>
              <a:srgbClr val="2A2F55"/>
            </a:solidFill>
            <a:prstDash val="solid"/>
          </a:ln>
        </p:spPr>
      </p:sp>
      <p:pic>
        <p:nvPicPr>
          <p:cNvPr id="13" name="Image 3" descr="/home/claude/alarm_ppt/icons/filetext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9456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55080" y="27889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file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869680" y="196596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13162C"/>
          </a:solidFill>
          <a:ln w="12700">
            <a:solidFill>
              <a:srgbClr val="2A2F55"/>
            </a:solidFill>
            <a:prstDash val="solid"/>
          </a:ln>
        </p:spPr>
      </p:sp>
      <p:pic>
        <p:nvPicPr>
          <p:cNvPr id="16" name="Image 4" descr="/home/claude/alarm_ppt/icons/cod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219456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98280" y="27889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source file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40080" y="384048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13162C"/>
          </a:solidFill>
          <a:ln w="12700">
            <a:solidFill>
              <a:srgbClr val="2A2F55"/>
            </a:solidFill>
            <a:prstDash val="solid"/>
          </a:ln>
        </p:spPr>
      </p:sp>
      <p:pic>
        <p:nvPicPr>
          <p:cNvPr id="19" name="Image 5" descr="/home/claude/alarm_ppt/icons/gitcommit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06908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8680" y="46634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commit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3383280" y="384048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13162C"/>
          </a:solidFill>
          <a:ln w="12700">
            <a:solidFill>
              <a:srgbClr val="2A2F55"/>
            </a:solidFill>
            <a:prstDash val="solid"/>
          </a:ln>
        </p:spPr>
      </p:sp>
      <p:pic>
        <p:nvPicPr>
          <p:cNvPr id="22" name="Image 6" descr="/home/claude/alarm_ppt/icons/message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4069080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611880" y="46634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commit messages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6126480" y="384048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13162C"/>
          </a:solidFill>
          <a:ln w="12700">
            <a:solidFill>
              <a:srgbClr val="2A2F55"/>
            </a:solidFill>
            <a:prstDash val="solid"/>
          </a:ln>
        </p:spPr>
      </p:sp>
      <p:pic>
        <p:nvPicPr>
          <p:cNvPr id="25" name="Image 7" descr="/home/claude/alarm_ppt/icons/link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069080"/>
            <a:ext cx="457200" cy="4572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355080" y="46634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link: placeholder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023360"/>
            <a:ext cx="5486400" cy="5486400"/>
          </a:xfrm>
          <a:prstGeom prst="ellipse">
            <a:avLst/>
          </a:prstGeom>
          <a:solidFill>
            <a:srgbClr val="13162C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13162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78892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0" descr="/home/claude/alarm_ppt/icons/checkcircl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161" y="288996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749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Summary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42519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delivers a functional, automated alarm system built entirely in Python — from time monitoring to user notification.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242316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FF6B35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2788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alarm_ppt/icons/st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121" y="288996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3749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355080" y="42519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31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updates include a Graphical User Interface (GUI), support for multiple alarms, and snooze functionality.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2026-09-15T07:15:09Z</dcterms:created>
  <dcterms:modified xsi:type="dcterms:W3CDTF">2026-09-15T07:15:09Z</dcterms:modified>
</cp:coreProperties>
</file>