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13"/>
    <p:sldId id="263" r:id="rId14"/>
    <p:sldId id="264" r:id="rId15"/>
    <p:sldId id="265" r:id="rId16"/>
    <p:sldId id="266" r:id="rId17"/>
    <p:sldId id="268" r:id="rId19"/>
    <p:sldId id="269" r:id="rId20"/>
    <p:sldId id="270" r:id="rId21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1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larm_ppt/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8156" y="109728"/>
            <a:ext cx="9692640" cy="16692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870456"/>
            <a:ext cx="243779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1"/>
          <p:cNvSpPr/>
          <p:nvPr/>
        </p:nvSpPr>
        <p:spPr>
          <a:xfrm>
            <a:off x="2437790" y="1870456"/>
            <a:ext cx="2437790" cy="457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5" name="Shape 2"/>
          <p:cNvSpPr/>
          <p:nvPr/>
        </p:nvSpPr>
        <p:spPr>
          <a:xfrm>
            <a:off x="4875581" y="1870456"/>
            <a:ext cx="243779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Shape 3"/>
          <p:cNvSpPr/>
          <p:nvPr/>
        </p:nvSpPr>
        <p:spPr>
          <a:xfrm>
            <a:off x="7313371" y="1870456"/>
            <a:ext cx="243779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4"/>
          <p:cNvSpPr/>
          <p:nvPr/>
        </p:nvSpPr>
        <p:spPr>
          <a:xfrm>
            <a:off x="9751162" y="1870456"/>
            <a:ext cx="243779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0" y="1980184"/>
            <a:ext cx="3044952" cy="310896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72000" y="1980184"/>
            <a:ext cx="3044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PYTHON PROGRAMMING LAB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419096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Alarm Clock</a:t>
            </a:r>
            <a:endParaRPr lang="en-US" sz="3200" dirty="0"/>
          </a:p>
        </p:txBody>
      </p:sp>
      <p:sp>
        <p:nvSpPr>
          <p:cNvPr id="11" name="Shape 8"/>
          <p:cNvSpPr/>
          <p:nvPr/>
        </p:nvSpPr>
        <p:spPr>
          <a:xfrm>
            <a:off x="1280160" y="3077464"/>
            <a:ext cx="9628632" cy="1417320"/>
          </a:xfrm>
          <a:prstGeom prst="roundRect">
            <a:avLst>
              <a:gd name="adj" fmla="val 5161"/>
            </a:avLst>
          </a:prstGeom>
          <a:solidFill>
            <a:srgbClr val="FDF2F8"/>
          </a:solidFill>
          <a:ln w="15875">
            <a:solidFill>
              <a:srgbClr val="F6A8C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554480" y="31871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PROBLEM STATEMENT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554480" y="3498088"/>
            <a:ext cx="9079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“Develop a Simple Alarm Clock application in Python that enables users to set an alarm for a specific time. The program should continuously monitor the system's current time using Python's built-in date and time modules. Once the current system time matches the user-specified alarm time, the program should notify the user by displaying an alert message and optionally playing a sound.”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476910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DETAILS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5134864"/>
            <a:ext cx="2130552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5800" y="524459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685800" y="5518912"/>
            <a:ext cx="1856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Devyani Kahalkar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2825496" y="5134864"/>
            <a:ext cx="2130552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962656" y="524459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USN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2962656" y="5518912"/>
            <a:ext cx="1856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CD25080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102352" y="5134864"/>
            <a:ext cx="2130552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875">
            <a:solidFill>
              <a:srgbClr val="3B82F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239512" y="524459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5239512" y="5518912"/>
            <a:ext cx="1856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(DS)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7379208" y="5134864"/>
            <a:ext cx="2130552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516368" y="524459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7516368" y="5518912"/>
            <a:ext cx="1856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9656064" y="5134864"/>
            <a:ext cx="2130552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793224" y="524459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INCHARGE</a:t>
            </a:r>
            <a:endParaRPr lang="en-US" sz="850" dirty="0"/>
          </a:p>
        </p:txBody>
      </p:sp>
      <p:sp>
        <p:nvSpPr>
          <p:cNvPr id="29" name="Text 26"/>
          <p:cNvSpPr txBox="1"/>
          <p:nvPr/>
        </p:nvSpPr>
        <p:spPr>
          <a:xfrm>
            <a:off x="9793224" y="5518912"/>
            <a:ext cx="1856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Ashwini Mam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larm_ppt/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8156" y="109728"/>
            <a:ext cx="9692640" cy="16692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870456"/>
            <a:ext cx="243779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1"/>
          <p:cNvSpPr/>
          <p:nvPr/>
        </p:nvSpPr>
        <p:spPr>
          <a:xfrm>
            <a:off x="2437790" y="1870456"/>
            <a:ext cx="2437790" cy="457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5" name="Shape 2"/>
          <p:cNvSpPr/>
          <p:nvPr/>
        </p:nvSpPr>
        <p:spPr>
          <a:xfrm>
            <a:off x="4875581" y="1870456"/>
            <a:ext cx="243779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Shape 3"/>
          <p:cNvSpPr/>
          <p:nvPr/>
        </p:nvSpPr>
        <p:spPr>
          <a:xfrm>
            <a:off x="7313371" y="1870456"/>
            <a:ext cx="243779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4"/>
          <p:cNvSpPr/>
          <p:nvPr/>
        </p:nvSpPr>
        <p:spPr>
          <a:xfrm>
            <a:off x="9751162" y="1870456"/>
            <a:ext cx="243779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9801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9052560" y="2007616"/>
            <a:ext cx="2587752" cy="310896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052560" y="2007616"/>
            <a:ext cx="258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547112"/>
            <a:ext cx="1109167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37360" y="2711704"/>
            <a:ext cx="8714232" cy="3931920"/>
          </a:xfrm>
          <a:prstGeom prst="roundRect">
            <a:avLst>
              <a:gd name="adj" fmla="val 2093"/>
            </a:avLst>
          </a:prstGeom>
          <a:solidFill>
            <a:srgbClr val="EFF6FF"/>
          </a:solidFill>
          <a:ln w="15875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057400" y="2967736"/>
            <a:ext cx="8074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About the Simple Alarm Clock</a:t>
            </a:r>
            <a:endParaRPr lang="en-US" sz="1650" dirty="0"/>
          </a:p>
        </p:txBody>
      </p:sp>
      <p:sp>
        <p:nvSpPr>
          <p:cNvPr id="14" name="Text 11"/>
          <p:cNvSpPr txBox="1"/>
          <p:nvPr/>
        </p:nvSpPr>
        <p:spPr>
          <a:xfrm>
            <a:off x="2057400" y="3488944"/>
            <a:ext cx="807415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Alarm Clock is a Python application that allows users to set an alarm for a particular time.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continuously checks the current system time.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built-in date and time modules are used to obtain the current time.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time is compared with the alarm time entered by the user.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both times match, the application gives an alert to the user.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sound can optionally be played along with the alert.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larm_ppt/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8156" y="109728"/>
            <a:ext cx="9692640" cy="16692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870456"/>
            <a:ext cx="243779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1"/>
          <p:cNvSpPr/>
          <p:nvPr/>
        </p:nvSpPr>
        <p:spPr>
          <a:xfrm>
            <a:off x="2437790" y="1870456"/>
            <a:ext cx="2437790" cy="457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5" name="Shape 2"/>
          <p:cNvSpPr/>
          <p:nvPr/>
        </p:nvSpPr>
        <p:spPr>
          <a:xfrm>
            <a:off x="4875581" y="1870456"/>
            <a:ext cx="243779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Shape 3"/>
          <p:cNvSpPr/>
          <p:nvPr/>
        </p:nvSpPr>
        <p:spPr>
          <a:xfrm>
            <a:off x="7313371" y="1870456"/>
            <a:ext cx="243779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4"/>
          <p:cNvSpPr/>
          <p:nvPr/>
        </p:nvSpPr>
        <p:spPr>
          <a:xfrm>
            <a:off x="9751162" y="1870456"/>
            <a:ext cx="243779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9801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of My Project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9052560" y="2007616"/>
            <a:ext cx="2587752" cy="310896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052560" y="2007616"/>
            <a:ext cx="258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STRUCTURE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547112"/>
            <a:ext cx="1109167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2711704"/>
            <a:ext cx="2587752" cy="3063240"/>
          </a:xfrm>
          <a:prstGeom prst="roundRect">
            <a:avLst>
              <a:gd name="adj" fmla="val 282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5720080"/>
            <a:ext cx="25877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Shape 11"/>
          <p:cNvSpPr/>
          <p:nvPr/>
        </p:nvSpPr>
        <p:spPr>
          <a:xfrm>
            <a:off x="749808" y="2912872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3B82F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49808" y="29128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49808" y="3461512"/>
            <a:ext cx="2185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– User Input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749808" y="4174744"/>
            <a:ext cx="2185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75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749808" y="4430776"/>
            <a:ext cx="21854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the user to enter and set the desired alarm time.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319272" y="2711704"/>
            <a:ext cx="2587752" cy="3063240"/>
          </a:xfrm>
          <a:prstGeom prst="roundRect">
            <a:avLst>
              <a:gd name="adj" fmla="val 282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319272" y="5720080"/>
            <a:ext cx="2587752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1" name="Shape 18"/>
          <p:cNvSpPr/>
          <p:nvPr/>
        </p:nvSpPr>
        <p:spPr>
          <a:xfrm>
            <a:off x="3520440" y="2912872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EC4899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3520440" y="29128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3520440" y="3461512"/>
            <a:ext cx="2185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– Time Monitoring</a:t>
            </a:r>
            <a:endParaRPr lang="en-US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3520440" y="4174744"/>
            <a:ext cx="2185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75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3520440" y="4430776"/>
            <a:ext cx="21854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obtain and monitor the current system time using Python's built-in date and time modules.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089904" y="2711704"/>
            <a:ext cx="2587752" cy="3063240"/>
          </a:xfrm>
          <a:prstGeom prst="roundRect">
            <a:avLst>
              <a:gd name="adj" fmla="val 282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089904" y="5720080"/>
            <a:ext cx="258775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Shape 25"/>
          <p:cNvSpPr/>
          <p:nvPr/>
        </p:nvSpPr>
        <p:spPr>
          <a:xfrm>
            <a:off x="6291072" y="2912872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F59E0B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291072" y="29128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6291072" y="3461512"/>
            <a:ext cx="2185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– Time Comparison</a:t>
            </a:r>
            <a:endParaRPr lang="en-US" sz="1350" dirty="0"/>
          </a:p>
        </p:txBody>
      </p:sp>
      <p:sp>
        <p:nvSpPr>
          <p:cNvPr id="31" name="Text 28"/>
          <p:cNvSpPr txBox="1"/>
          <p:nvPr/>
        </p:nvSpPr>
        <p:spPr>
          <a:xfrm>
            <a:off x="6291072" y="4174744"/>
            <a:ext cx="2185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75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6291072" y="4430776"/>
            <a:ext cx="21854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current system time with the user-specified alarm time.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8860536" y="2711704"/>
            <a:ext cx="2587752" cy="3063240"/>
          </a:xfrm>
          <a:prstGeom prst="roundRect">
            <a:avLst>
              <a:gd name="adj" fmla="val 282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860536" y="5720080"/>
            <a:ext cx="25877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5" name="Shape 32"/>
          <p:cNvSpPr/>
          <p:nvPr/>
        </p:nvSpPr>
        <p:spPr>
          <a:xfrm>
            <a:off x="9061704" y="2912872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10B981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9061704" y="29128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9061704" y="3461512"/>
            <a:ext cx="2185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– Alarm Notification</a:t>
            </a:r>
            <a:endParaRPr lang="en-US" sz="1350" dirty="0"/>
          </a:p>
        </p:txBody>
      </p:sp>
      <p:sp>
        <p:nvSpPr>
          <p:cNvPr id="38" name="Text 35"/>
          <p:cNvSpPr txBox="1"/>
          <p:nvPr/>
        </p:nvSpPr>
        <p:spPr>
          <a:xfrm>
            <a:off x="9061704" y="4174744"/>
            <a:ext cx="2185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75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9061704" y="4430776"/>
            <a:ext cx="21854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current time matches the specified alarm time, display an alert message and optionally play a sound.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548640" y="6003544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48640" y="6003544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Flow:   </a:t>
            </a:r>
            <a:pPr algn="ctr"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→  Module 2  →  Module 3  →  Module 4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larm_ppt/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8156" y="109728"/>
            <a:ext cx="9692640" cy="16692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870456"/>
            <a:ext cx="243779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1"/>
          <p:cNvSpPr/>
          <p:nvPr/>
        </p:nvSpPr>
        <p:spPr>
          <a:xfrm>
            <a:off x="2437790" y="1870456"/>
            <a:ext cx="2437790" cy="457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5" name="Shape 2"/>
          <p:cNvSpPr/>
          <p:nvPr/>
        </p:nvSpPr>
        <p:spPr>
          <a:xfrm>
            <a:off x="4875581" y="1870456"/>
            <a:ext cx="243779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Shape 3"/>
          <p:cNvSpPr/>
          <p:nvPr/>
        </p:nvSpPr>
        <p:spPr>
          <a:xfrm>
            <a:off x="7313371" y="1870456"/>
            <a:ext cx="243779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4"/>
          <p:cNvSpPr/>
          <p:nvPr/>
        </p:nvSpPr>
        <p:spPr>
          <a:xfrm>
            <a:off x="9751162" y="1870456"/>
            <a:ext cx="243779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9801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Made in Module 1 &amp; Concepts Used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9052560" y="2007616"/>
            <a:ext cx="2587752" cy="310896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052560" y="2007616"/>
            <a:ext cx="258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547112"/>
            <a:ext cx="1109167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2711704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289458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Work done in Module 1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77240" y="3333496"/>
            <a:ext cx="48920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14400" y="3479800"/>
            <a:ext cx="237744" cy="23774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14400" y="34798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261872" y="3388360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the desired alarm time from the user as input.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77240" y="3918712"/>
            <a:ext cx="48920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14400" y="4065016"/>
            <a:ext cx="237744" cy="23774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14400" y="40650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1261872" y="3973576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fetches the exact current system time.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77240" y="4503928"/>
            <a:ext cx="48920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14400" y="4650232"/>
            <a:ext cx="237744" cy="23774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914400" y="46502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1261872" y="4558792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and compares the current time with the alarm time perfectly.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77240" y="5089144"/>
            <a:ext cx="48920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14400" y="5235448"/>
            <a:ext cx="237744" cy="23774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914400" y="52354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261872" y="5144008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continuous loop to monitor time without closing.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777240" y="5674360"/>
            <a:ext cx="48920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14400" y="5820664"/>
            <a:ext cx="237744" cy="23774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914400" y="58206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1261872" y="5729224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and prints an alert message when the target time is reached.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6080760" y="2693416"/>
            <a:ext cx="5559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Python concepts used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6080760" y="3114040"/>
            <a:ext cx="5559552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217920" y="3223768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8B5CF6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6675120" y="3168904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250" dirty="0"/>
          </a:p>
        </p:txBody>
      </p:sp>
      <p:sp>
        <p:nvSpPr>
          <p:cNvPr id="38" name="Text 35"/>
          <p:cNvSpPr txBox="1"/>
          <p:nvPr/>
        </p:nvSpPr>
        <p:spPr>
          <a:xfrm>
            <a:off x="6675120" y="3443224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store alarm string and current time data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6080760" y="3754120"/>
            <a:ext cx="5559552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217920" y="3863848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EC4899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6675120" y="3808984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 module</a:t>
            </a:r>
            <a:endParaRPr lang="en-US" sz="1250" dirty="0"/>
          </a:p>
        </p:txBody>
      </p:sp>
      <p:sp>
        <p:nvSpPr>
          <p:cNvPr id="42" name="Text 39"/>
          <p:cNvSpPr txBox="1"/>
          <p:nvPr/>
        </p:nvSpPr>
        <p:spPr>
          <a:xfrm>
            <a:off x="6675120" y="4083304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get exact current system time automatically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080760" y="4394200"/>
            <a:ext cx="5559552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217920" y="4503928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59E0B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6675120" y="4449064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</a:t>
            </a:r>
            <a:endParaRPr lang="en-US" sz="1250" dirty="0"/>
          </a:p>
        </p:txBody>
      </p:sp>
      <p:sp>
        <p:nvSpPr>
          <p:cNvPr id="46" name="Text 43"/>
          <p:cNvSpPr txBox="1"/>
          <p:nvPr/>
        </p:nvSpPr>
        <p:spPr>
          <a:xfrm>
            <a:off x="6675120" y="4723384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repeat time-checking process continuously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6080760" y="5034280"/>
            <a:ext cx="5559552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217920" y="5144008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10B981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6675120" y="5089144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statement</a:t>
            </a:r>
            <a:endParaRPr lang="en-US" sz="1250" dirty="0"/>
          </a:p>
        </p:txBody>
      </p:sp>
      <p:sp>
        <p:nvSpPr>
          <p:cNvPr id="50" name="Text 47"/>
          <p:cNvSpPr txBox="1"/>
          <p:nvPr/>
        </p:nvSpPr>
        <p:spPr>
          <a:xfrm>
            <a:off x="6675120" y="5363464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compare current time with user's alarm time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6080760" y="5674360"/>
            <a:ext cx="5559552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6217920" y="5784088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EF4444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6675120" y="5729224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statement</a:t>
            </a:r>
            <a:endParaRPr lang="en-US" sz="1250" dirty="0"/>
          </a:p>
        </p:txBody>
      </p:sp>
      <p:sp>
        <p:nvSpPr>
          <p:cNvPr id="54" name="Text 51"/>
          <p:cNvSpPr txBox="1"/>
          <p:nvPr/>
        </p:nvSpPr>
        <p:spPr>
          <a:xfrm>
            <a:off x="6675120" y="6003544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stop the loop once the alarm rings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larm_ppt/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8156" y="109728"/>
            <a:ext cx="9692640" cy="16692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870456"/>
            <a:ext cx="243779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1"/>
          <p:cNvSpPr/>
          <p:nvPr/>
        </p:nvSpPr>
        <p:spPr>
          <a:xfrm>
            <a:off x="2437790" y="1870456"/>
            <a:ext cx="2437790" cy="457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5" name="Shape 2"/>
          <p:cNvSpPr/>
          <p:nvPr/>
        </p:nvSpPr>
        <p:spPr>
          <a:xfrm>
            <a:off x="4875581" y="1870456"/>
            <a:ext cx="243779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Shape 3"/>
          <p:cNvSpPr/>
          <p:nvPr/>
        </p:nvSpPr>
        <p:spPr>
          <a:xfrm>
            <a:off x="7313371" y="1870456"/>
            <a:ext cx="243779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4"/>
          <p:cNvSpPr/>
          <p:nvPr/>
        </p:nvSpPr>
        <p:spPr>
          <a:xfrm>
            <a:off x="9751162" y="1870456"/>
            <a:ext cx="243779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9801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 of Simple Alarm Clock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9052560" y="2007616"/>
            <a:ext cx="2587752" cy="310896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052560" y="2007616"/>
            <a:ext cx="258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LOGIC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547112"/>
            <a:ext cx="1109167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2711704"/>
            <a:ext cx="11091672" cy="3931920"/>
          </a:xfrm>
          <a:prstGeom prst="roundRect">
            <a:avLst>
              <a:gd name="adj" fmla="val 186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2240280" y="3031744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240280" y="303174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063240" y="3488944"/>
            <a:ext cx="0" cy="256032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1828800" y="3744976"/>
            <a:ext cx="2468880" cy="457200"/>
          </a:xfrm>
          <a:prstGeom prst="chevron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828800" y="374497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Alarm Time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3063240" y="4202176"/>
            <a:ext cx="0" cy="256032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1828800" y="4458208"/>
            <a:ext cx="2468880" cy="4572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828800" y="44582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Current System Time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3063240" y="4915408"/>
            <a:ext cx="0" cy="256032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1828800" y="5171440"/>
            <a:ext cx="2468880" cy="4572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828800" y="5171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Current Time with Alarm Time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063240" y="5628640"/>
            <a:ext cx="0" cy="27432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1691640" y="5902960"/>
            <a:ext cx="2743200" cy="914400"/>
          </a:xfrm>
          <a:prstGeom prst="diamond">
            <a:avLst/>
          </a:prstGeom>
          <a:solidFill>
            <a:srgbClr val="FCE7F3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691640" y="5902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Times Match?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1234440" y="6360160"/>
            <a:ext cx="457200" cy="0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280160" y="608584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274320" y="6131560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FCE7F3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274320" y="61315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</a:t>
            </a:r>
            <a:endParaRPr lang="en-US" sz="8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754380" y="4686808"/>
            <a:ext cx="0" cy="1444752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54380" y="4686808"/>
            <a:ext cx="1074420" cy="0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4434840" y="6360160"/>
            <a:ext cx="36576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34" name="Text 31"/>
          <p:cNvSpPr txBox="1"/>
          <p:nvPr/>
        </p:nvSpPr>
        <p:spPr>
          <a:xfrm>
            <a:off x="4480560" y="606755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4800600" y="6131560"/>
            <a:ext cx="2331720" cy="457200"/>
          </a:xfrm>
          <a:prstGeom prst="chevron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800600" y="61315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Alert / Play Sound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7132320" y="6360160"/>
            <a:ext cx="27432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7406640" y="6131560"/>
            <a:ext cx="1188720" cy="4572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406640" y="61315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Alarm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8595360" y="6360160"/>
            <a:ext cx="27432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8869680" y="613156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8869680" y="613156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8092440" y="3031744"/>
            <a:ext cx="324612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275320" y="31597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 Legend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8275320" y="3507232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8275320" y="35072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Oval</a:t>
            </a:r>
            <a:endParaRPr lang="en-US" sz="800" dirty="0"/>
          </a:p>
        </p:txBody>
      </p:sp>
      <p:sp>
        <p:nvSpPr>
          <p:cNvPr id="47" name="Text 44"/>
          <p:cNvSpPr txBox="1"/>
          <p:nvPr/>
        </p:nvSpPr>
        <p:spPr>
          <a:xfrm>
            <a:off x="9098280" y="35072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/ End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10195560" y="3507232"/>
            <a:ext cx="73152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10195560" y="35072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</a:t>
            </a:r>
            <a:endParaRPr lang="en-US" sz="800" dirty="0"/>
          </a:p>
        </p:txBody>
      </p:sp>
      <p:sp>
        <p:nvSpPr>
          <p:cNvPr id="50" name="Text 47"/>
          <p:cNvSpPr txBox="1"/>
          <p:nvPr/>
        </p:nvSpPr>
        <p:spPr>
          <a:xfrm>
            <a:off x="10972800" y="350723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8275320" y="3872992"/>
            <a:ext cx="731520" cy="274320"/>
          </a:xfrm>
          <a:prstGeom prst="chevron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275320" y="38729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In/Out</a:t>
            </a:r>
            <a:endParaRPr lang="en-US" sz="800" dirty="0"/>
          </a:p>
        </p:txBody>
      </p:sp>
      <p:sp>
        <p:nvSpPr>
          <p:cNvPr id="53" name="Text 50"/>
          <p:cNvSpPr txBox="1"/>
          <p:nvPr/>
        </p:nvSpPr>
        <p:spPr>
          <a:xfrm>
            <a:off x="9098280" y="38729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10195560" y="3872992"/>
            <a:ext cx="731520" cy="274320"/>
          </a:xfrm>
          <a:prstGeom prst="diamond">
            <a:avLst/>
          </a:prstGeom>
          <a:solidFill>
            <a:srgbClr val="FCE7F3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10195560" y="38729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800" dirty="0"/>
          </a:p>
        </p:txBody>
      </p:sp>
      <p:sp>
        <p:nvSpPr>
          <p:cNvPr id="56" name="Text 53"/>
          <p:cNvSpPr txBox="1"/>
          <p:nvPr/>
        </p:nvSpPr>
        <p:spPr>
          <a:xfrm>
            <a:off x="10972800" y="387299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8275320" y="4330192"/>
            <a:ext cx="2880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8275320" y="440334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The pink “NO” loop checks the time continuously until it matches.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larm_ppt/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8156" y="109728"/>
            <a:ext cx="9692640" cy="16692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870456"/>
            <a:ext cx="243779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1"/>
          <p:cNvSpPr/>
          <p:nvPr/>
        </p:nvSpPr>
        <p:spPr>
          <a:xfrm>
            <a:off x="2437790" y="1870456"/>
            <a:ext cx="2437790" cy="457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5" name="Shape 2"/>
          <p:cNvSpPr/>
          <p:nvPr/>
        </p:nvSpPr>
        <p:spPr>
          <a:xfrm>
            <a:off x="4875581" y="1870456"/>
            <a:ext cx="243779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Shape 3"/>
          <p:cNvSpPr/>
          <p:nvPr/>
        </p:nvSpPr>
        <p:spPr>
          <a:xfrm>
            <a:off x="7313371" y="1870456"/>
            <a:ext cx="243779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4"/>
          <p:cNvSpPr/>
          <p:nvPr/>
        </p:nvSpPr>
        <p:spPr>
          <a:xfrm>
            <a:off x="9751162" y="1870456"/>
            <a:ext cx="243779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9801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So Far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9052560" y="2007616"/>
            <a:ext cx="2587752" cy="310896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052560" y="2007616"/>
            <a:ext cx="258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ASSESSMENT-II OVERVIEW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547112"/>
            <a:ext cx="1109167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37360" y="2711704"/>
            <a:ext cx="8714232" cy="3931920"/>
          </a:xfrm>
          <a:prstGeom prst="roundRect">
            <a:avLst>
              <a:gd name="adj" fmla="val 2093"/>
            </a:avLst>
          </a:prstGeom>
          <a:solidFill>
            <a:srgbClr val="EFF6FF"/>
          </a:solidFill>
          <a:ln w="15875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057400" y="2967736"/>
            <a:ext cx="8074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Progress since Assessment-I</a:t>
            </a:r>
            <a:endParaRPr lang="en-US" sz="1650" dirty="0"/>
          </a:p>
        </p:txBody>
      </p:sp>
      <p:sp>
        <p:nvSpPr>
          <p:cNvPr id="14" name="Text 11"/>
          <p:cNvSpPr txBox="1"/>
          <p:nvPr/>
        </p:nvSpPr>
        <p:spPr>
          <a:xfrm>
            <a:off x="2057400" y="3488944"/>
            <a:ext cx="807415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Assessment-I, the problem, logic and initial GitHub repository were set up.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Assessment-II, the code was divided into three working functions.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set_alarm() takes the alarm time from the user.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check_time() keeps comparing the current time with the alarm time.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trigger_alert() displays the alert message when both times match.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function was added to GitHub through a separate commit.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larm_ppt/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8156" y="109728"/>
            <a:ext cx="9692640" cy="16692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870456"/>
            <a:ext cx="243779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1"/>
          <p:cNvSpPr/>
          <p:nvPr/>
        </p:nvSpPr>
        <p:spPr>
          <a:xfrm>
            <a:off x="2437790" y="1870456"/>
            <a:ext cx="2437790" cy="457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5" name="Shape 2"/>
          <p:cNvSpPr/>
          <p:nvPr/>
        </p:nvSpPr>
        <p:spPr>
          <a:xfrm>
            <a:off x="4875581" y="1870456"/>
            <a:ext cx="243779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Shape 3"/>
          <p:cNvSpPr/>
          <p:nvPr/>
        </p:nvSpPr>
        <p:spPr>
          <a:xfrm>
            <a:off x="7313371" y="1870456"/>
            <a:ext cx="243779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4"/>
          <p:cNvSpPr/>
          <p:nvPr/>
        </p:nvSpPr>
        <p:spPr>
          <a:xfrm>
            <a:off x="9751162" y="1870456"/>
            <a:ext cx="243779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9801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Developed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9052560" y="2007616"/>
            <a:ext cx="2587752" cy="310896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052560" y="2007616"/>
            <a:ext cx="258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DEVELOPMENT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547112"/>
            <a:ext cx="1109167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2711704"/>
            <a:ext cx="2587752" cy="3063240"/>
          </a:xfrm>
          <a:prstGeom prst="roundRect">
            <a:avLst>
              <a:gd name="adj" fmla="val 282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5720080"/>
            <a:ext cx="25877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Shape 11"/>
          <p:cNvSpPr/>
          <p:nvPr/>
        </p:nvSpPr>
        <p:spPr>
          <a:xfrm>
            <a:off x="749808" y="2912872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3B82F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49808" y="29128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49808" y="3461512"/>
            <a:ext cx="2185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set_alarm()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749808" y="4174744"/>
            <a:ext cx="2185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75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749808" y="4430776"/>
            <a:ext cx="21854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the alarm time (HH:MM) from the user and returns it.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319272" y="2711704"/>
            <a:ext cx="2587752" cy="3063240"/>
          </a:xfrm>
          <a:prstGeom prst="roundRect">
            <a:avLst>
              <a:gd name="adj" fmla="val 282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319272" y="5720080"/>
            <a:ext cx="2587752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1" name="Shape 18"/>
          <p:cNvSpPr/>
          <p:nvPr/>
        </p:nvSpPr>
        <p:spPr>
          <a:xfrm>
            <a:off x="3520440" y="2912872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EC4899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3520440" y="29128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3520440" y="3461512"/>
            <a:ext cx="2185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check_time()</a:t>
            </a:r>
            <a:endParaRPr lang="en-US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3520440" y="4174744"/>
            <a:ext cx="2185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75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3520440" y="4430776"/>
            <a:ext cx="21854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 loop that reads the current system time every second and compares it with the alarm time.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089904" y="2711704"/>
            <a:ext cx="2587752" cy="3063240"/>
          </a:xfrm>
          <a:prstGeom prst="roundRect">
            <a:avLst>
              <a:gd name="adj" fmla="val 282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089904" y="5720080"/>
            <a:ext cx="258775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Shape 25"/>
          <p:cNvSpPr/>
          <p:nvPr/>
        </p:nvSpPr>
        <p:spPr>
          <a:xfrm>
            <a:off x="6291072" y="2912872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F59E0B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291072" y="29128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6291072" y="3461512"/>
            <a:ext cx="2185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trigger_alert()</a:t>
            </a:r>
            <a:endParaRPr lang="en-US" sz="1350" dirty="0"/>
          </a:p>
        </p:txBody>
      </p:sp>
      <p:sp>
        <p:nvSpPr>
          <p:cNvPr id="31" name="Text 28"/>
          <p:cNvSpPr txBox="1"/>
          <p:nvPr/>
        </p:nvSpPr>
        <p:spPr>
          <a:xfrm>
            <a:off x="6291072" y="4174744"/>
            <a:ext cx="2185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75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6291072" y="4430776"/>
            <a:ext cx="21854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the "ALARM! WAKE UP!" message when the current time matches the alarm time.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8860536" y="2711704"/>
            <a:ext cx="2587752" cy="3063240"/>
          </a:xfrm>
          <a:prstGeom prst="roundRect">
            <a:avLst>
              <a:gd name="adj" fmla="val 282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860536" y="5720080"/>
            <a:ext cx="25877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5" name="Shape 32"/>
          <p:cNvSpPr/>
          <p:nvPr/>
        </p:nvSpPr>
        <p:spPr>
          <a:xfrm>
            <a:off x="9061704" y="2912872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10B981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9061704" y="29128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9061704" y="3461512"/>
            <a:ext cx="2185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Program</a:t>
            </a:r>
            <a:endParaRPr lang="en-US" sz="1350" dirty="0"/>
          </a:p>
        </p:txBody>
      </p:sp>
      <p:sp>
        <p:nvSpPr>
          <p:cNvPr id="38" name="Text 35"/>
          <p:cNvSpPr txBox="1"/>
          <p:nvPr/>
        </p:nvSpPr>
        <p:spPr>
          <a:xfrm>
            <a:off x="9061704" y="4174744"/>
            <a:ext cx="2185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75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9061704" y="4430776"/>
            <a:ext cx="21854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set_alarm() first and then passes the alarm time to check_time().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548640" y="6003544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48640" y="6003544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Flow:   </a:t>
            </a:r>
            <a:pPr algn="ctr"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 →  set_alarm()  →  check_time()  →  trigger_alert()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larm_ppt/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8156" y="109728"/>
            <a:ext cx="9692640" cy="16692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870456"/>
            <a:ext cx="243779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1"/>
          <p:cNvSpPr/>
          <p:nvPr/>
        </p:nvSpPr>
        <p:spPr>
          <a:xfrm>
            <a:off x="2437790" y="1870456"/>
            <a:ext cx="2437790" cy="457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5" name="Shape 2"/>
          <p:cNvSpPr/>
          <p:nvPr/>
        </p:nvSpPr>
        <p:spPr>
          <a:xfrm>
            <a:off x="4875581" y="1870456"/>
            <a:ext cx="243779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Shape 3"/>
          <p:cNvSpPr/>
          <p:nvPr/>
        </p:nvSpPr>
        <p:spPr>
          <a:xfrm>
            <a:off x="7313371" y="1870456"/>
            <a:ext cx="243779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4"/>
          <p:cNvSpPr/>
          <p:nvPr/>
        </p:nvSpPr>
        <p:spPr>
          <a:xfrm>
            <a:off x="9751162" y="1870456"/>
            <a:ext cx="243779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9801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Made in Module 2 &amp; Concepts Used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9052560" y="2007616"/>
            <a:ext cx="2587752" cy="310896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052560" y="2007616"/>
            <a:ext cx="258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547112"/>
            <a:ext cx="1109167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2711704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289458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Work done in Module 2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77240" y="3333496"/>
            <a:ext cx="48920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14400" y="3479800"/>
            <a:ext cx="237744" cy="23774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14400" y="34798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261872" y="3388360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the simple code into three separate functions.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77240" y="3918712"/>
            <a:ext cx="48920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14400" y="4065016"/>
            <a:ext cx="237744" cy="23774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14400" y="40650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1261872" y="3973576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set_alarm() returns the alarm time entered by the user.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77240" y="4503928"/>
            <a:ext cx="48920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14400" y="4650232"/>
            <a:ext cx="237744" cy="23774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914400" y="46502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1261872" y="4558792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check_time() loops and compares the current time every second.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77240" y="5089144"/>
            <a:ext cx="48920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14400" y="5235448"/>
            <a:ext cx="237744" cy="23774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914400" y="52354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261872" y="5144008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trigger_alert() prints the alert when the times match.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777240" y="5674360"/>
            <a:ext cx="48920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14400" y="5820664"/>
            <a:ext cx="237744" cy="23774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914400" y="58206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1261872" y="5729224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was pushed to GitHub in step-by-step commits.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6080760" y="2693416"/>
            <a:ext cx="5559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Python concepts used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6080760" y="3114040"/>
            <a:ext cx="5559552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217920" y="3223768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8B5CF6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6675120" y="3168904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(def)</a:t>
            </a:r>
            <a:endParaRPr lang="en-US" sz="1250" dirty="0"/>
          </a:p>
        </p:txBody>
      </p:sp>
      <p:sp>
        <p:nvSpPr>
          <p:cNvPr id="38" name="Text 35"/>
          <p:cNvSpPr txBox="1"/>
          <p:nvPr/>
        </p:nvSpPr>
        <p:spPr>
          <a:xfrm>
            <a:off x="6675120" y="3443224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divide the program into reusable parts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6080760" y="3754120"/>
            <a:ext cx="5559552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217920" y="3863848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EC4899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6675120" y="3808984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module</a:t>
            </a:r>
            <a:endParaRPr lang="en-US" sz="1250" dirty="0"/>
          </a:p>
        </p:txBody>
      </p:sp>
      <p:sp>
        <p:nvSpPr>
          <p:cNvPr id="42" name="Text 39"/>
          <p:cNvSpPr txBox="1"/>
          <p:nvPr/>
        </p:nvSpPr>
        <p:spPr>
          <a:xfrm>
            <a:off x="6675120" y="4083304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get the current system time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080760" y="4394200"/>
            <a:ext cx="5559552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217920" y="4503928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59E0B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6675120" y="4449064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</a:t>
            </a:r>
            <a:endParaRPr lang="en-US" sz="1250" dirty="0"/>
          </a:p>
        </p:txBody>
      </p:sp>
      <p:sp>
        <p:nvSpPr>
          <p:cNvPr id="46" name="Text 43"/>
          <p:cNvSpPr txBox="1"/>
          <p:nvPr/>
        </p:nvSpPr>
        <p:spPr>
          <a:xfrm>
            <a:off x="6675120" y="4723384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keep checking the time repeatedly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6080760" y="5034280"/>
            <a:ext cx="5559552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217920" y="5144008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10B981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6675120" y="5089144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statement</a:t>
            </a:r>
            <a:endParaRPr lang="en-US" sz="1250" dirty="0"/>
          </a:p>
        </p:txBody>
      </p:sp>
      <p:sp>
        <p:nvSpPr>
          <p:cNvPr id="50" name="Text 47"/>
          <p:cNvSpPr txBox="1"/>
          <p:nvPr/>
        </p:nvSpPr>
        <p:spPr>
          <a:xfrm>
            <a:off x="6675120" y="5363464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compare current time with the alarm time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6080760" y="5674360"/>
            <a:ext cx="5559552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6217920" y="5784088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EF4444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6675120" y="5729224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&amp; break</a:t>
            </a:r>
            <a:endParaRPr lang="en-US" sz="1250" dirty="0"/>
          </a:p>
        </p:txBody>
      </p:sp>
      <p:sp>
        <p:nvSpPr>
          <p:cNvPr id="54" name="Text 51"/>
          <p:cNvSpPr txBox="1"/>
          <p:nvPr/>
        </p:nvSpPr>
        <p:spPr>
          <a:xfrm>
            <a:off x="6675120" y="6003544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send back the input and stop the loop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larm_ppt/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8156" y="109728"/>
            <a:ext cx="9692640" cy="16692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870456"/>
            <a:ext cx="243779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1"/>
          <p:cNvSpPr/>
          <p:nvPr/>
        </p:nvSpPr>
        <p:spPr>
          <a:xfrm>
            <a:off x="2437790" y="1870456"/>
            <a:ext cx="2437790" cy="457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5" name="Shape 2"/>
          <p:cNvSpPr/>
          <p:nvPr/>
        </p:nvSpPr>
        <p:spPr>
          <a:xfrm>
            <a:off x="4875581" y="1870456"/>
            <a:ext cx="243779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Shape 3"/>
          <p:cNvSpPr/>
          <p:nvPr/>
        </p:nvSpPr>
        <p:spPr>
          <a:xfrm>
            <a:off x="7313371" y="1870456"/>
            <a:ext cx="243779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4"/>
          <p:cNvSpPr/>
          <p:nvPr/>
        </p:nvSpPr>
        <p:spPr>
          <a:xfrm>
            <a:off x="9751162" y="1870456"/>
            <a:ext cx="243779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9801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Version Control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9052560" y="2007616"/>
            <a:ext cx="2587752" cy="310896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052560" y="2007616"/>
            <a:ext cx="258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HISTORY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547112"/>
            <a:ext cx="1109167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37360" y="2711704"/>
            <a:ext cx="8714232" cy="3931920"/>
          </a:xfrm>
          <a:prstGeom prst="roundRect">
            <a:avLst>
              <a:gd name="adj" fmla="val 2093"/>
            </a:avLst>
          </a:prstGeom>
          <a:solidFill>
            <a:srgbClr val="EFF6FF"/>
          </a:solidFill>
          <a:ln w="15875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057400" y="2967736"/>
            <a:ext cx="8074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Step-by-step commits</a:t>
            </a:r>
            <a:endParaRPr lang="en-US" sz="1650" dirty="0"/>
          </a:p>
        </p:txBody>
      </p:sp>
      <p:sp>
        <p:nvSpPr>
          <p:cNvPr id="14" name="Text 11"/>
          <p:cNvSpPr txBox="1"/>
          <p:nvPr/>
        </p:nvSpPr>
        <p:spPr>
          <a:xfrm>
            <a:off x="2057400" y="3488944"/>
            <a:ext cx="807415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repository was created in Assessment-I with the first version of main.py.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1: set_alarm() function added.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2: check_time() function added.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3: trigger_alert() function added.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README.md file explains the project and how to run it.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commit history shows how the code developed step by step.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larm_ppt/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8156" y="109728"/>
            <a:ext cx="9692640" cy="16692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870456"/>
            <a:ext cx="243779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1"/>
          <p:cNvSpPr/>
          <p:nvPr/>
        </p:nvSpPr>
        <p:spPr>
          <a:xfrm>
            <a:off x="2437790" y="1870456"/>
            <a:ext cx="2437790" cy="457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5" name="Shape 2"/>
          <p:cNvSpPr/>
          <p:nvPr/>
        </p:nvSpPr>
        <p:spPr>
          <a:xfrm>
            <a:off x="4875581" y="1870456"/>
            <a:ext cx="243779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Shape 3"/>
          <p:cNvSpPr/>
          <p:nvPr/>
        </p:nvSpPr>
        <p:spPr>
          <a:xfrm>
            <a:off x="7313371" y="1870456"/>
            <a:ext cx="243779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4"/>
          <p:cNvSpPr/>
          <p:nvPr/>
        </p:nvSpPr>
        <p:spPr>
          <a:xfrm>
            <a:off x="9751162" y="1870456"/>
            <a:ext cx="243779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9801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Since Assessment-II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9052560" y="2007616"/>
            <a:ext cx="2587752" cy="310896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052560" y="2007616"/>
            <a:ext cx="258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ASSESSMENT-III OVERVIEW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547112"/>
            <a:ext cx="1109167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37360" y="2711704"/>
            <a:ext cx="8714232" cy="3931920"/>
          </a:xfrm>
          <a:prstGeom prst="roundRect">
            <a:avLst>
              <a:gd name="adj" fmla="val 2093"/>
            </a:avLst>
          </a:prstGeom>
          <a:solidFill>
            <a:srgbClr val="EFF6FF"/>
          </a:solidFill>
          <a:ln w="15875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057400" y="2967736"/>
            <a:ext cx="8074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Progress since Assessment-II</a:t>
            </a:r>
            <a:endParaRPr lang="en-US" sz="1650" dirty="0"/>
          </a:p>
        </p:txBody>
      </p:sp>
      <p:sp>
        <p:nvSpPr>
          <p:cNvPr id="14" name="Text 11"/>
          <p:cNvSpPr txBox="1"/>
          <p:nvPr/>
        </p:nvSpPr>
        <p:spPr>
          <a:xfrm>
            <a:off x="2057400" y="3488944"/>
            <a:ext cx="807415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Assessment-II, the code was divided into three working functions.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Assessment-III, input validation was added using is_valid_time().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trigger_alert() now plays a beep sound along with the alert message.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now runs through main() with an if __name__ guard.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utility was tested with valid, boundary and invalid inputs.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cases, README and commits were updated on GitHub.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larm_ppt/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8156" y="109728"/>
            <a:ext cx="9692640" cy="16692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870456"/>
            <a:ext cx="243779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1"/>
          <p:cNvSpPr/>
          <p:nvPr/>
        </p:nvSpPr>
        <p:spPr>
          <a:xfrm>
            <a:off x="2437790" y="1870456"/>
            <a:ext cx="2437790" cy="457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5" name="Shape 2"/>
          <p:cNvSpPr/>
          <p:nvPr/>
        </p:nvSpPr>
        <p:spPr>
          <a:xfrm>
            <a:off x="4875581" y="1870456"/>
            <a:ext cx="243779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Shape 3"/>
          <p:cNvSpPr/>
          <p:nvPr/>
        </p:nvSpPr>
        <p:spPr>
          <a:xfrm>
            <a:off x="7313371" y="1870456"/>
            <a:ext cx="243779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4"/>
          <p:cNvSpPr/>
          <p:nvPr/>
        </p:nvSpPr>
        <p:spPr>
          <a:xfrm>
            <a:off x="9751162" y="1870456"/>
            <a:ext cx="243779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9801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Assessment-III Work &amp; Concepts Used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9052560" y="2007616"/>
            <a:ext cx="2587752" cy="310896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052560" y="2007616"/>
            <a:ext cx="258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547112"/>
            <a:ext cx="1109167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2711704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289458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Work done in Assessment-III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77240" y="3333496"/>
            <a:ext cx="48920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14400" y="3479800"/>
            <a:ext cx="237744" cy="23774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14400" y="34798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261872" y="3388360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is_valid_time() to check the HH:MM format.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77240" y="3918712"/>
            <a:ext cx="48920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14400" y="4065016"/>
            <a:ext cx="237744" cy="23774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14400" y="40650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1261872" y="3973576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set_alarm() now asks again until the input is valid.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77240" y="4503928"/>
            <a:ext cx="48920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14400" y="4650232"/>
            <a:ext cx="237744" cy="23774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914400" y="46502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1261872" y="4558792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trigger_alert() plays a beep along with the alert.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77240" y="5089144"/>
            <a:ext cx="48920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14400" y="5235448"/>
            <a:ext cx="237744" cy="23774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914400" y="52354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261872" y="5144008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test cases in test_alarm.py and all of them passed.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777240" y="5674360"/>
            <a:ext cx="48920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14400" y="5820664"/>
            <a:ext cx="237744" cy="23774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914400" y="58206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1261872" y="5729224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README and pushed final commits to GitHub.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6080760" y="2693416"/>
            <a:ext cx="5559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Python concepts used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6080760" y="3114040"/>
            <a:ext cx="5559552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217920" y="3223768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8B5CF6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6675120" y="3168904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/ except</a:t>
            </a:r>
            <a:endParaRPr lang="en-US" sz="1250" dirty="0"/>
          </a:p>
        </p:txBody>
      </p:sp>
      <p:sp>
        <p:nvSpPr>
          <p:cNvPr id="38" name="Text 35"/>
          <p:cNvSpPr txBox="1"/>
          <p:nvPr/>
        </p:nvSpPr>
        <p:spPr>
          <a:xfrm>
            <a:off x="6675120" y="3443224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handle invalid time input safely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6080760" y="3754120"/>
            <a:ext cx="5559552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217920" y="3863848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EC4899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6675120" y="3808984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datetime.strptime</a:t>
            </a:r>
            <a:endParaRPr lang="en-US" sz="1250" dirty="0"/>
          </a:p>
        </p:txBody>
      </p:sp>
      <p:sp>
        <p:nvSpPr>
          <p:cNvPr id="42" name="Text 39"/>
          <p:cNvSpPr txBox="1"/>
          <p:nvPr/>
        </p:nvSpPr>
        <p:spPr>
          <a:xfrm>
            <a:off x="6675120" y="4083304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check the HH:MM time format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080760" y="4394200"/>
            <a:ext cx="5559552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217920" y="4503928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59E0B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6675120" y="4449064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(def)</a:t>
            </a:r>
            <a:endParaRPr lang="en-US" sz="1250" dirty="0"/>
          </a:p>
        </p:txBody>
      </p:sp>
      <p:sp>
        <p:nvSpPr>
          <p:cNvPr id="46" name="Text 43"/>
          <p:cNvSpPr txBox="1"/>
          <p:nvPr/>
        </p:nvSpPr>
        <p:spPr>
          <a:xfrm>
            <a:off x="6675120" y="4723384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keep the code modular and reusable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6080760" y="5034280"/>
            <a:ext cx="5559552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217920" y="5144008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10B981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6675120" y="5089144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while, if, break</a:t>
            </a:r>
            <a:endParaRPr lang="en-US" sz="1250" dirty="0"/>
          </a:p>
        </p:txBody>
      </p:sp>
      <p:sp>
        <p:nvSpPr>
          <p:cNvPr id="50" name="Text 47"/>
          <p:cNvSpPr txBox="1"/>
          <p:nvPr/>
        </p:nvSpPr>
        <p:spPr>
          <a:xfrm>
            <a:off x="6675120" y="5363464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keep checking until the alarm rings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6080760" y="5674360"/>
            <a:ext cx="5559552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6217920" y="5784088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EF4444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6675120" y="5729224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winsound module</a:t>
            </a:r>
            <a:endParaRPr lang="en-US" sz="1250" dirty="0"/>
          </a:p>
        </p:txBody>
      </p:sp>
      <p:sp>
        <p:nvSpPr>
          <p:cNvPr id="54" name="Text 51"/>
          <p:cNvSpPr txBox="1"/>
          <p:nvPr/>
        </p:nvSpPr>
        <p:spPr>
          <a:xfrm>
            <a:off x="6675120" y="6003544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play a beep sound on Windows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larm_ppt/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8156" y="109728"/>
            <a:ext cx="9692640" cy="16692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870456"/>
            <a:ext cx="243779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1"/>
          <p:cNvSpPr/>
          <p:nvPr/>
        </p:nvSpPr>
        <p:spPr>
          <a:xfrm>
            <a:off x="2437790" y="1870456"/>
            <a:ext cx="2437790" cy="457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5" name="Shape 2"/>
          <p:cNvSpPr/>
          <p:nvPr/>
        </p:nvSpPr>
        <p:spPr>
          <a:xfrm>
            <a:off x="4875581" y="1870456"/>
            <a:ext cx="243779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Shape 3"/>
          <p:cNvSpPr/>
          <p:nvPr/>
        </p:nvSpPr>
        <p:spPr>
          <a:xfrm>
            <a:off x="7313371" y="1870456"/>
            <a:ext cx="243779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4"/>
          <p:cNvSpPr/>
          <p:nvPr/>
        </p:nvSpPr>
        <p:spPr>
          <a:xfrm>
            <a:off x="9751162" y="1870456"/>
            <a:ext cx="243779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9801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Functionality &amp; Testing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9052560" y="2007616"/>
            <a:ext cx="2587752" cy="310896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052560" y="2007616"/>
            <a:ext cx="258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547112"/>
            <a:ext cx="1109167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37360" y="2711704"/>
            <a:ext cx="8714232" cy="3931920"/>
          </a:xfrm>
          <a:prstGeom prst="roundRect">
            <a:avLst>
              <a:gd name="adj" fmla="val 2093"/>
            </a:avLst>
          </a:prstGeom>
          <a:solidFill>
            <a:srgbClr val="EFF6FF"/>
          </a:solidFill>
          <a:ln w="15875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057400" y="2967736"/>
            <a:ext cx="8074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Test cases (all passed)</a:t>
            </a:r>
            <a:endParaRPr lang="en-US" sz="1650" dirty="0"/>
          </a:p>
        </p:txBody>
      </p:sp>
      <p:sp>
        <p:nvSpPr>
          <p:cNvPr id="14" name="Text 11"/>
          <p:cNvSpPr txBox="1"/>
          <p:nvPr/>
        </p:nvSpPr>
        <p:spPr>
          <a:xfrm>
            <a:off x="2057400" y="3488944"/>
            <a:ext cx="807415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07:30, 00:00 and 23:59 are accepted as valid times.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24:00 and 12:60 are rejected as out-of-range times.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7:30, abc and empty input are rejected as wrong format.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invalid input, the program asks again and accepts 08:15.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current time equals the alarm time, the alert is shown.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are written in test_alarm.py and all of them pass.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larm_ppt/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8156" y="109728"/>
            <a:ext cx="9692640" cy="16692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870456"/>
            <a:ext cx="243779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1"/>
          <p:cNvSpPr/>
          <p:nvPr/>
        </p:nvSpPr>
        <p:spPr>
          <a:xfrm>
            <a:off x="2437790" y="1870456"/>
            <a:ext cx="2437790" cy="457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5" name="Shape 2"/>
          <p:cNvSpPr/>
          <p:nvPr/>
        </p:nvSpPr>
        <p:spPr>
          <a:xfrm>
            <a:off x="4875581" y="1870456"/>
            <a:ext cx="243779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Shape 3"/>
          <p:cNvSpPr/>
          <p:nvPr/>
        </p:nvSpPr>
        <p:spPr>
          <a:xfrm>
            <a:off x="7313371" y="1870456"/>
            <a:ext cx="243779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4"/>
          <p:cNvSpPr/>
          <p:nvPr/>
        </p:nvSpPr>
        <p:spPr>
          <a:xfrm>
            <a:off x="9751162" y="1870456"/>
            <a:ext cx="243779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9801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Quality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9052560" y="2007616"/>
            <a:ext cx="2587752" cy="310896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052560" y="2007616"/>
            <a:ext cx="258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547112"/>
            <a:ext cx="1109167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37360" y="2711704"/>
            <a:ext cx="8714232" cy="3931920"/>
          </a:xfrm>
          <a:prstGeom prst="roundRect">
            <a:avLst>
              <a:gd name="adj" fmla="val 2093"/>
            </a:avLst>
          </a:prstGeom>
          <a:solidFill>
            <a:srgbClr val="EFF6FF"/>
          </a:solidFill>
          <a:ln w="15875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057400" y="2967736"/>
            <a:ext cx="8074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Final repository</a:t>
            </a:r>
            <a:endParaRPr lang="en-US" sz="1650" dirty="0"/>
          </a:p>
        </p:txBody>
      </p:sp>
      <p:sp>
        <p:nvSpPr>
          <p:cNvPr id="14" name="Text 11"/>
          <p:cNvSpPr txBox="1"/>
          <p:nvPr/>
        </p:nvSpPr>
        <p:spPr>
          <a:xfrm>
            <a:off x="2057400" y="3488944"/>
            <a:ext cx="807415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source files are in the root directory: main.py, test_alarm.py, README.md.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4: input validation with is_valid_time() added.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5: sound alert with fallback added.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6: test cases added in test_alarm.py.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7: README updated with overview, run steps and logic.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commit messages show how the utility developed.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larm_ppt/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8156" y="109728"/>
            <a:ext cx="9692640" cy="16692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870456"/>
            <a:ext cx="243779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1"/>
          <p:cNvSpPr/>
          <p:nvPr/>
        </p:nvSpPr>
        <p:spPr>
          <a:xfrm>
            <a:off x="2437790" y="1870456"/>
            <a:ext cx="2437790" cy="457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5" name="Shape 2"/>
          <p:cNvSpPr/>
          <p:nvPr/>
        </p:nvSpPr>
        <p:spPr>
          <a:xfrm>
            <a:off x="4875581" y="1870456"/>
            <a:ext cx="243779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Shape 3"/>
          <p:cNvSpPr/>
          <p:nvPr/>
        </p:nvSpPr>
        <p:spPr>
          <a:xfrm>
            <a:off x="7313371" y="1870456"/>
            <a:ext cx="243779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4"/>
          <p:cNvSpPr/>
          <p:nvPr/>
        </p:nvSpPr>
        <p:spPr>
          <a:xfrm>
            <a:off x="9751162" y="1870456"/>
            <a:ext cx="243779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9801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9052560" y="2007616"/>
            <a:ext cx="2587752" cy="310896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052560" y="2007616"/>
            <a:ext cx="258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547112"/>
            <a:ext cx="1109167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2711704"/>
            <a:ext cx="11091672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2711704"/>
            <a:ext cx="64008" cy="24688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Shape 11"/>
          <p:cNvSpPr/>
          <p:nvPr/>
        </p:nvSpPr>
        <p:spPr>
          <a:xfrm>
            <a:off x="914400" y="3031744"/>
            <a:ext cx="256032" cy="256032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14400" y="30317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</a:rPr>
              <a:t>✓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1280160" y="2986024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 Alarm Clock application allows users to set an alarm for a specific time easily.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14400" y="3744976"/>
            <a:ext cx="256032" cy="256032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14400" y="3744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</a:rPr>
              <a:t>✓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280160" y="3699256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continuously compares the current time with the user-specified alarm target.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914400" y="4458208"/>
            <a:ext cx="256032" cy="256032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914400" y="4458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</a:rPr>
              <a:t>✓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441248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alarm sound can optionally be played to physically notify and wake the user.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172200" y="3031744"/>
            <a:ext cx="256032" cy="256032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172200" y="30317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</a:rPr>
              <a:t>✓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537960" y="2986024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built-in date and time modules efficiently monitor the exact current system time.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172200" y="3744976"/>
            <a:ext cx="256032" cy="256032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172200" y="3744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</a:rPr>
              <a:t>✓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6537960" y="3699256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current time matches the alarm time, a printed alert message is instantly displayed.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172200" y="4458208"/>
            <a:ext cx="256032" cy="256032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172200" y="4458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</a:rPr>
              <a:t>✓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6537960" y="441248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successfully demonstrates core Python concepts like inputs, loops, and condition checking.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548640" y="5500624"/>
            <a:ext cx="3697224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Shape 30"/>
          <p:cNvSpPr/>
          <p:nvPr/>
        </p:nvSpPr>
        <p:spPr>
          <a:xfrm>
            <a:off x="4245864" y="5500624"/>
            <a:ext cx="3697224" cy="6858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4" name="Shape 31"/>
          <p:cNvSpPr/>
          <p:nvPr/>
        </p:nvSpPr>
        <p:spPr>
          <a:xfrm>
            <a:off x="7943088" y="5500624"/>
            <a:ext cx="3697224" cy="6858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548640" y="5500624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2026-09-23T04:24:02Z</dcterms:created>
  <dcterms:modified xsi:type="dcterms:W3CDTF">2026-09-23T04:24:02Z</dcterms:modified>
</cp:coreProperties>
</file>