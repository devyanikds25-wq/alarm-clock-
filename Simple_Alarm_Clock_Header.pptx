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1980184"/>
            <a:ext cx="3044952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198018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PYTHON PROGRAMMING LAB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190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Alarm Clock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1280160" y="3077464"/>
            <a:ext cx="9628632" cy="1417320"/>
          </a:xfrm>
          <a:prstGeom prst="roundRect">
            <a:avLst>
              <a:gd name="adj" fmla="val 5161"/>
            </a:avLst>
          </a:prstGeom>
          <a:solidFill>
            <a:srgbClr val="FDF2F8"/>
          </a:solidFill>
          <a:ln w="15875">
            <a:solidFill>
              <a:srgbClr val="F6A8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3187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PROBLEM STATEMENT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498088"/>
            <a:ext cx="9079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“Develop a Simple Alarm Clock application in Python that enables users to set an alarm for a specific time. The program should continuously monitor the system's current time using Python's built-in date and time modules. Once the current system time matches the user-specified alarm time, the program should notify the user by displaying an alert message and optionally playing a sound.”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691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Devyani Kahalkar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825496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62656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962656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CD25080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102352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9512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239512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(DS)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79208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16368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516368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656064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93224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INCHARGE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9793224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Mam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About the Simple Alarm Clock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Alarm Clock is a Python application that allows users to set an alarm for a particular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continuously checks the current system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date and time modules are used to obtain the current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time is compared with the alarm time entered by the user.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times match, the application gives an alert to the user.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sound can optionally be played along with the alert.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of My Project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720080"/>
            <a:ext cx="25877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User Input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user to enter and set the desired alarm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19272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5720080"/>
            <a:ext cx="2587752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Shape 18"/>
          <p:cNvSpPr/>
          <p:nvPr/>
        </p:nvSpPr>
        <p:spPr>
          <a:xfrm>
            <a:off x="3520440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C489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520440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Time Monitoring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520440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obtain and monitor the current system time using Python's built-in date and time modules.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89904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9904" y="5720080"/>
            <a:ext cx="25877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6291072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91072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291072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Time Comparison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291072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current system time with the user-specified alarm time.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60536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60536" y="5720080"/>
            <a:ext cx="25877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2"/>
          <p:cNvSpPr/>
          <p:nvPr/>
        </p:nvSpPr>
        <p:spPr>
          <a:xfrm>
            <a:off x="9061704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61704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061704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– Alarm Notification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9061704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061704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current time matches the specified alarm time, display an alert message and optionally play a sound.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600354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8640" y="600354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Flow:   </a:t>
            </a:r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→  Module 2  →  Module 3  →  Module 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Made in Module 1 &amp; Concepts Used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8945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Work done in Module 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3333496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479800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3479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61872" y="338836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desired alarm time from the user as input.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918712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065016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4065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97357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fetches the exact current system time.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503928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465023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650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61872" y="45587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compares the current time with the alarm time perfectly.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5089144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52354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5235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261872" y="51440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continuous loop to monitor time without closing.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7240" y="567436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820664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5820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261872" y="57292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prints an alert message when the target time is reached.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2693416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Python concepts used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080760" y="311404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322376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675120" y="31689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3443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store alarm string and current time data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80760" y="375412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17920" y="3863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C489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75120" y="38089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module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40833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exact current system time automatically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080760" y="439420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17920" y="45039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675120" y="44490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6675120" y="47233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repeat time-checking process continuously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80760" y="503428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17920" y="51440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675120" y="50891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6675120" y="53634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current time with user's alarm time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567436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217920" y="57840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675120" y="5729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statement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6675120" y="60035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the loop once the alarm rings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of Simple Alarm Clock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LOGIC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11091672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240280" y="3031744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240280" y="30317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63240" y="3488944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828800" y="3744976"/>
            <a:ext cx="2468880" cy="45720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28800" y="37449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Alarm Time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063240" y="4202176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828800" y="4458208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28800" y="4458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System Time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063240" y="4915408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828800" y="517144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28800" y="5171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Time with Alarm Time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063240" y="562864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691640" y="5902960"/>
            <a:ext cx="2743200" cy="914400"/>
          </a:xfrm>
          <a:prstGeom prst="diamond">
            <a:avLst/>
          </a:prstGeom>
          <a:solidFill>
            <a:srgbClr val="FCE7F3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91640" y="590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Times Match?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234440" y="6360160"/>
            <a:ext cx="4572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80160" y="60858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613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4320" y="613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54380" y="4686808"/>
            <a:ext cx="0" cy="14447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4380" y="4686808"/>
            <a:ext cx="10744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434840" y="6360160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4480560" y="6067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800600" y="6131560"/>
            <a:ext cx="2331720" cy="45720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00600" y="6131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Alert / Play Sound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32320" y="6360160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406640" y="613156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6131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Alarm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595360" y="6360160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869680" y="61315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869680" y="6131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092440" y="3031744"/>
            <a:ext cx="3246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75320" y="3159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Legend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275320" y="350723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75320" y="3507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9098280" y="3507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0195560" y="3507232"/>
            <a:ext cx="731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195560" y="3507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10972800" y="3507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275320" y="3872992"/>
            <a:ext cx="731520" cy="27432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75320" y="3872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9098280" y="3872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0195560" y="3872992"/>
            <a:ext cx="731520" cy="274320"/>
          </a:xfrm>
          <a:prstGeom prst="diamond">
            <a:avLst/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195560" y="3872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10972800" y="38729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275320" y="4330192"/>
            <a:ext cx="2880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75320" y="44033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 pink “NO” loop checks the time continuously until it matches.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1109167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711704"/>
            <a:ext cx="64008" cy="2468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031744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031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9860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Alarm Clock application allows users to set an alarm for a specific time easily.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3744976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744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699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continuously compares the current time with the user-specified alarm target.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4458208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4458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4124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sound can optionally be played to physically notify and wake the user.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3031744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172200" y="3031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29860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date and time modules efficiently monitor the exact current system time.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3744976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172200" y="3744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537960" y="3699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current time matches the alarm time, a printed alert message is instantly displayed.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4458208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172200" y="4458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44124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core Python concepts like inputs, loops, and condition checking.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500624"/>
            <a:ext cx="369722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0"/>
          <p:cNvSpPr/>
          <p:nvPr/>
        </p:nvSpPr>
        <p:spPr>
          <a:xfrm>
            <a:off x="4245864" y="5500624"/>
            <a:ext cx="3697224" cy="685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1"/>
          <p:cNvSpPr/>
          <p:nvPr/>
        </p:nvSpPr>
        <p:spPr>
          <a:xfrm>
            <a:off x="7943088" y="5500624"/>
            <a:ext cx="369722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48640" y="5500624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2026-09-23T04:24:02Z</dcterms:created>
  <dcterms:modified xsi:type="dcterms:W3CDTF">2026-09-23T04:24:02Z</dcterms:modified>
</cp:coreProperties>
</file>